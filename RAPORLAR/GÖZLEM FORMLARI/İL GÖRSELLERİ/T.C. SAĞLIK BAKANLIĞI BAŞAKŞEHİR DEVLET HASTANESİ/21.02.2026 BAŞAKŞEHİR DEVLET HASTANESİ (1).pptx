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7" r:id="rId8"/>
    <p:sldId id="266" r:id="rId9"/>
    <p:sldId id="265" r:id="rId10"/>
    <p:sldId id="268" r:id="rId11"/>
    <p:sldId id="271" r:id="rId12"/>
    <p:sldId id="269" r:id="rId1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0D727-815E-45F0-A769-77F513FB9B6C}" type="datetimeFigureOut">
              <a:rPr lang="tr-TR" smtClean="0"/>
              <a:t>01.03.2026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913C-EA94-43CD-A95B-1B9750EE9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1431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0D727-815E-45F0-A769-77F513FB9B6C}" type="datetimeFigureOut">
              <a:rPr lang="tr-TR" smtClean="0"/>
              <a:t>01.03.2026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913C-EA94-43CD-A95B-1B9750EE9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688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0D727-815E-45F0-A769-77F513FB9B6C}" type="datetimeFigureOut">
              <a:rPr lang="tr-TR" smtClean="0"/>
              <a:t>01.03.2026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913C-EA94-43CD-A95B-1B9750EE9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42297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0D727-815E-45F0-A769-77F513FB9B6C}" type="datetimeFigureOut">
              <a:rPr lang="tr-TR" smtClean="0"/>
              <a:t>01.03.2026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913C-EA94-43CD-A95B-1B9750EE9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61653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0D727-815E-45F0-A769-77F513FB9B6C}" type="datetimeFigureOut">
              <a:rPr lang="tr-TR" smtClean="0"/>
              <a:t>01.03.2026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913C-EA94-43CD-A95B-1B9750EE9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3118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0D727-815E-45F0-A769-77F513FB9B6C}" type="datetimeFigureOut">
              <a:rPr lang="tr-TR" smtClean="0"/>
              <a:t>01.03.2026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913C-EA94-43CD-A95B-1B9750EE9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64992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0D727-815E-45F0-A769-77F513FB9B6C}" type="datetimeFigureOut">
              <a:rPr lang="tr-TR" smtClean="0"/>
              <a:t>01.03.2026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913C-EA94-43CD-A95B-1B9750EE9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36225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0D727-815E-45F0-A769-77F513FB9B6C}" type="datetimeFigureOut">
              <a:rPr lang="tr-TR" smtClean="0"/>
              <a:t>01.03.2026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913C-EA94-43CD-A95B-1B9750EE9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42781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0D727-815E-45F0-A769-77F513FB9B6C}" type="datetimeFigureOut">
              <a:rPr lang="tr-TR" smtClean="0"/>
              <a:t>01.03.2026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913C-EA94-43CD-A95B-1B9750EE9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08504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0D727-815E-45F0-A769-77F513FB9B6C}" type="datetimeFigureOut">
              <a:rPr lang="tr-TR" smtClean="0"/>
              <a:t>01.03.2026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913C-EA94-43CD-A95B-1B9750EE9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03976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0D727-815E-45F0-A769-77F513FB9B6C}" type="datetimeFigureOut">
              <a:rPr lang="tr-TR" smtClean="0"/>
              <a:t>01.03.2026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913C-EA94-43CD-A95B-1B9750EE9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0136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0D727-815E-45F0-A769-77F513FB9B6C}" type="datetimeFigureOut">
              <a:rPr lang="tr-TR" smtClean="0"/>
              <a:t>01.03.2026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1913C-EA94-43CD-A95B-1B9750EE93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88014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662022" y="940279"/>
            <a:ext cx="9144000" cy="1915065"/>
          </a:xfrm>
        </p:spPr>
        <p:txBody>
          <a:bodyPr>
            <a:normAutofit/>
          </a:bodyPr>
          <a:lstStyle/>
          <a:p>
            <a:r>
              <a:rPr lang="tr-TR" dirty="0" smtClean="0"/>
              <a:t>BAŞAKŞEHİR</a:t>
            </a:r>
            <a:br>
              <a:rPr lang="tr-TR" dirty="0" smtClean="0"/>
            </a:br>
            <a:r>
              <a:rPr lang="tr-TR" dirty="0" smtClean="0"/>
              <a:t> </a:t>
            </a:r>
            <a:r>
              <a:rPr lang="tr-TR" dirty="0"/>
              <a:t>DEVLET HASTANESİ</a:t>
            </a:r>
            <a:endParaRPr lang="tr-TR" dirty="0"/>
          </a:p>
        </p:txBody>
      </p:sp>
      <p:sp>
        <p:nvSpPr>
          <p:cNvPr id="4" name="Alt Başlık 3"/>
          <p:cNvSpPr>
            <a:spLocks noGrp="1"/>
          </p:cNvSpPr>
          <p:nvPr>
            <p:ph type="subTitle" idx="1"/>
          </p:nvPr>
        </p:nvSpPr>
        <p:spPr>
          <a:xfrm>
            <a:off x="8485517" y="5767269"/>
            <a:ext cx="3117011" cy="435124"/>
          </a:xfrm>
        </p:spPr>
        <p:txBody>
          <a:bodyPr/>
          <a:lstStyle/>
          <a:p>
            <a:r>
              <a:rPr lang="tr-TR" dirty="0" smtClean="0"/>
              <a:t>23.02.2026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9634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3"/>
          <p:cNvSpPr txBox="1">
            <a:spLocks/>
          </p:cNvSpPr>
          <p:nvPr/>
        </p:nvSpPr>
        <p:spPr>
          <a:xfrm>
            <a:off x="0" y="5549463"/>
            <a:ext cx="3799490" cy="97508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ACİL SERVİS DANIŞMA PERSONEL YOK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44" y="283777"/>
            <a:ext cx="2891002" cy="5139559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008" y="283776"/>
            <a:ext cx="2891002" cy="5139559"/>
          </a:xfrm>
          <a:prstGeom prst="rect">
            <a:avLst/>
          </a:prstGeom>
        </p:spPr>
      </p:pic>
      <p:sp>
        <p:nvSpPr>
          <p:cNvPr id="6" name="Alt Başlık 3"/>
          <p:cNvSpPr txBox="1">
            <a:spLocks/>
          </p:cNvSpPr>
          <p:nvPr/>
        </p:nvSpPr>
        <p:spPr>
          <a:xfrm>
            <a:off x="3634856" y="5549463"/>
            <a:ext cx="3983750" cy="97508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ACİL SERVİS DEZENFEKTAN BOŞ</a:t>
            </a:r>
            <a:endParaRPr lang="tr-TR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175" y="425671"/>
            <a:ext cx="2899870" cy="5155324"/>
          </a:xfrm>
          <a:prstGeom prst="rect">
            <a:avLst/>
          </a:prstGeom>
        </p:spPr>
      </p:pic>
      <p:sp>
        <p:nvSpPr>
          <p:cNvPr id="8" name="Alt Başlık 3"/>
          <p:cNvSpPr txBox="1">
            <a:spLocks/>
          </p:cNvSpPr>
          <p:nvPr/>
        </p:nvSpPr>
        <p:spPr>
          <a:xfrm>
            <a:off x="7929235" y="5754416"/>
            <a:ext cx="3983750" cy="97508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ACİL SERVİS YEŞİL ALAN KAPIDA ONAYSIZ YAZI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79048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96" y="157656"/>
            <a:ext cx="7147035" cy="4020207"/>
          </a:xfrm>
          <a:prstGeom prst="rect">
            <a:avLst/>
          </a:prstGeom>
        </p:spPr>
      </p:pic>
      <p:sp>
        <p:nvSpPr>
          <p:cNvPr id="5" name="Alt Başlık 3"/>
          <p:cNvSpPr txBox="1">
            <a:spLocks/>
          </p:cNvSpPr>
          <p:nvPr/>
        </p:nvSpPr>
        <p:spPr>
          <a:xfrm>
            <a:off x="2178268" y="4415537"/>
            <a:ext cx="3799490" cy="97508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ACİL SERVİS SEDYEDE KEMER YOK</a:t>
            </a:r>
            <a:endParaRPr lang="tr-TR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9241" y="157656"/>
            <a:ext cx="2837792" cy="5044964"/>
          </a:xfrm>
          <a:prstGeom prst="rect">
            <a:avLst/>
          </a:prstGeom>
        </p:spPr>
      </p:pic>
      <p:sp>
        <p:nvSpPr>
          <p:cNvPr id="7" name="Alt Başlık 3"/>
          <p:cNvSpPr txBox="1">
            <a:spLocks/>
          </p:cNvSpPr>
          <p:nvPr/>
        </p:nvSpPr>
        <p:spPr>
          <a:xfrm>
            <a:off x="7416854" y="5390619"/>
            <a:ext cx="4470345" cy="12781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ACİL SERVİS FARKLI TÜR ATIKLAR BİRLİKTE ÜSTÜ AÇIK BEKLETİLİYOR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95279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624" y="205547"/>
            <a:ext cx="3147843" cy="5596164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36" y="205546"/>
            <a:ext cx="3147843" cy="5596166"/>
          </a:xfrm>
          <a:prstGeom prst="rect">
            <a:avLst/>
          </a:prstGeom>
        </p:spPr>
      </p:pic>
      <p:sp>
        <p:nvSpPr>
          <p:cNvPr id="4" name="Alt Başlık 3"/>
          <p:cNvSpPr txBox="1">
            <a:spLocks/>
          </p:cNvSpPr>
          <p:nvPr/>
        </p:nvSpPr>
        <p:spPr>
          <a:xfrm>
            <a:off x="2118983" y="5929026"/>
            <a:ext cx="8317789" cy="8186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ACİL SERVİS TEMİZLİK ARABASI ORTADA DURUYOR, TEMİZLİK DEPO KAPISI AÇIK TUTULUYOR</a:t>
            </a:r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7035" y="205546"/>
            <a:ext cx="3147844" cy="559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304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76" y="252248"/>
            <a:ext cx="2616091" cy="4650828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3442" y="252248"/>
            <a:ext cx="2616091" cy="4650828"/>
          </a:xfrm>
          <a:prstGeom prst="rect">
            <a:avLst/>
          </a:prstGeom>
        </p:spPr>
      </p:pic>
      <p:sp>
        <p:nvSpPr>
          <p:cNvPr id="4" name="Alt Başlık 3"/>
          <p:cNvSpPr txBox="1">
            <a:spLocks/>
          </p:cNvSpPr>
          <p:nvPr/>
        </p:nvSpPr>
        <p:spPr>
          <a:xfrm>
            <a:off x="331076" y="5487592"/>
            <a:ext cx="11587653" cy="13704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ACİL SERVİS WC GECE VE GÜNDÜZ FIRÇA FARAŞ AYNI YERİNDE DURUYOR TEMİZLİK YAPILMAMIŞ</a:t>
            </a:r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5408" y="252248"/>
            <a:ext cx="2616091" cy="465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144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325" y="157654"/>
            <a:ext cx="2811189" cy="4997669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0929" y="157654"/>
            <a:ext cx="2811189" cy="4997669"/>
          </a:xfrm>
          <a:prstGeom prst="rect">
            <a:avLst/>
          </a:prstGeom>
        </p:spPr>
      </p:pic>
      <p:sp>
        <p:nvSpPr>
          <p:cNvPr id="4" name="Alt Başlık 3"/>
          <p:cNvSpPr txBox="1">
            <a:spLocks/>
          </p:cNvSpPr>
          <p:nvPr/>
        </p:nvSpPr>
        <p:spPr>
          <a:xfrm>
            <a:off x="331076" y="5487592"/>
            <a:ext cx="11587653" cy="9447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ACİL SERVİS YER YÖNLENDİRME AŞINMIŞ</a:t>
            </a:r>
          </a:p>
          <a:p>
            <a:pPr marL="0" indent="0" algn="ctr">
              <a:buNone/>
            </a:pPr>
            <a:r>
              <a:rPr lang="tr-TR" dirty="0" smtClean="0"/>
              <a:t>MESAİ DIŞI TOMOGRAFİ BİRİMİNE YÖNLENDİRME GEREKLİLİĞİ MEVCUT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53708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950" y="331075"/>
            <a:ext cx="9419898" cy="5298693"/>
          </a:xfrm>
          <a:prstGeom prst="rect">
            <a:avLst/>
          </a:prstGeom>
        </p:spPr>
      </p:pic>
      <p:sp>
        <p:nvSpPr>
          <p:cNvPr id="3" name="Alt Başlık 3"/>
          <p:cNvSpPr txBox="1">
            <a:spLocks/>
          </p:cNvSpPr>
          <p:nvPr/>
        </p:nvSpPr>
        <p:spPr>
          <a:xfrm>
            <a:off x="173421" y="5944792"/>
            <a:ext cx="11587653" cy="56636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ACİL SERVİS ÜSTÜNDE ZEMİN KIRILMIŞ DÜŞMEYE SEBEP OLABİLİR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57440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268" y="173420"/>
            <a:ext cx="2846661" cy="5060731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781" y="204951"/>
            <a:ext cx="2828925" cy="5029200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2558" y="204951"/>
            <a:ext cx="2837794" cy="5044966"/>
          </a:xfrm>
          <a:prstGeom prst="rect">
            <a:avLst/>
          </a:prstGeom>
        </p:spPr>
      </p:pic>
      <p:sp>
        <p:nvSpPr>
          <p:cNvPr id="5" name="Alt Başlık 3"/>
          <p:cNvSpPr txBox="1">
            <a:spLocks/>
          </p:cNvSpPr>
          <p:nvPr/>
        </p:nvSpPr>
        <p:spPr>
          <a:xfrm>
            <a:off x="220717" y="5440294"/>
            <a:ext cx="11587653" cy="14177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ORTAK ALANLARDA TEMİZLİK MALZEMELERİ VE ARABALARI ORTALIKTA TUTULUYOR </a:t>
            </a:r>
          </a:p>
          <a:p>
            <a:pPr marL="0" indent="0" algn="ctr">
              <a:buNone/>
            </a:pPr>
            <a:r>
              <a:rPr lang="tr-TR" dirty="0" smtClean="0"/>
              <a:t>TEMİZLİK ODASI PLANLAMASI YAPILMALI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61128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57" y="299544"/>
            <a:ext cx="2474201" cy="4398580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026" y="299544"/>
            <a:ext cx="2474202" cy="4398580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022" y="299544"/>
            <a:ext cx="2474201" cy="439858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1991" y="299544"/>
            <a:ext cx="2474201" cy="4398580"/>
          </a:xfrm>
          <a:prstGeom prst="rect">
            <a:avLst/>
          </a:prstGeom>
        </p:spPr>
      </p:pic>
      <p:sp>
        <p:nvSpPr>
          <p:cNvPr id="6" name="Alt Başlık 3"/>
          <p:cNvSpPr txBox="1">
            <a:spLocks/>
          </p:cNvSpPr>
          <p:nvPr/>
        </p:nvSpPr>
        <p:spPr>
          <a:xfrm>
            <a:off x="363922" y="5203813"/>
            <a:ext cx="5347301" cy="10078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ORTAK ALANLARDA WC LERDE TEMİZLİK POMPASI FIRÇA MEVCUT </a:t>
            </a:r>
            <a:endParaRPr lang="tr-TR" dirty="0"/>
          </a:p>
        </p:txBody>
      </p:sp>
      <p:sp>
        <p:nvSpPr>
          <p:cNvPr id="7" name="Alt Başlık 3"/>
          <p:cNvSpPr txBox="1">
            <a:spLocks/>
          </p:cNvSpPr>
          <p:nvPr/>
        </p:nvSpPr>
        <p:spPr>
          <a:xfrm>
            <a:off x="6618891" y="5203813"/>
            <a:ext cx="5347301" cy="13849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ORTAK ALANLARDA WC LERDE ONAYSIZ DUYURULAR ASILMIŞ FAYANS KIRIK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01769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91" y="299543"/>
            <a:ext cx="3479088" cy="6185045"/>
          </a:xfrm>
          <a:prstGeom prst="rect">
            <a:avLst/>
          </a:prstGeom>
        </p:spPr>
      </p:pic>
      <p:sp>
        <p:nvSpPr>
          <p:cNvPr id="6" name="Alt Başlık 3"/>
          <p:cNvSpPr txBox="1">
            <a:spLocks/>
          </p:cNvSpPr>
          <p:nvPr/>
        </p:nvSpPr>
        <p:spPr>
          <a:xfrm>
            <a:off x="4794034" y="2405302"/>
            <a:ext cx="6178766" cy="24820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ENFORMASYON YÖNLENDİRMELERDE BULUNULAN KAT FARKLI RENKTE OLABİLİR İŞLEVSEL DEĞİL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27179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91" y="204950"/>
            <a:ext cx="2296839" cy="4083269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390" y="204950"/>
            <a:ext cx="4680610" cy="263284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471" y="218838"/>
            <a:ext cx="4655919" cy="2618955"/>
          </a:xfrm>
          <a:prstGeom prst="rect">
            <a:avLst/>
          </a:prstGeom>
        </p:spPr>
      </p:pic>
      <p:sp>
        <p:nvSpPr>
          <p:cNvPr id="7" name="Alt Başlık 3"/>
          <p:cNvSpPr txBox="1">
            <a:spLocks/>
          </p:cNvSpPr>
          <p:nvPr/>
        </p:nvSpPr>
        <p:spPr>
          <a:xfrm>
            <a:off x="898634" y="4682349"/>
            <a:ext cx="4445877" cy="13400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TEMİZLİK ARABALARI ORTALIKTA TUTULUYOR</a:t>
            </a:r>
            <a:endParaRPr lang="tr-TR" dirty="0"/>
          </a:p>
        </p:txBody>
      </p:sp>
      <p:sp>
        <p:nvSpPr>
          <p:cNvPr id="8" name="Alt Başlık 3"/>
          <p:cNvSpPr txBox="1">
            <a:spLocks/>
          </p:cNvSpPr>
          <p:nvPr/>
        </p:nvSpPr>
        <p:spPr>
          <a:xfrm>
            <a:off x="7898524" y="3421106"/>
            <a:ext cx="4176109" cy="12612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TEMİZLİK TAKİP FORMLARI BAZI GÜNLER DOLDURULMAMIŞ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61097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17" y="189186"/>
            <a:ext cx="2846662" cy="5060731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385" y="189186"/>
            <a:ext cx="2846661" cy="5060731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252" y="157655"/>
            <a:ext cx="2864398" cy="5092262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856" y="189186"/>
            <a:ext cx="2846661" cy="5060731"/>
          </a:xfrm>
          <a:prstGeom prst="rect">
            <a:avLst/>
          </a:prstGeom>
        </p:spPr>
      </p:pic>
      <p:sp>
        <p:nvSpPr>
          <p:cNvPr id="6" name="Alt Başlık 3"/>
          <p:cNvSpPr txBox="1">
            <a:spLocks/>
          </p:cNvSpPr>
          <p:nvPr/>
        </p:nvSpPr>
        <p:spPr>
          <a:xfrm>
            <a:off x="1441724" y="5628285"/>
            <a:ext cx="8773347" cy="5360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dirty="0" smtClean="0"/>
              <a:t>YANGIN MERDİVENLERİNDE SİGARA İÇİLİYOR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10162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129</Words>
  <Application>Microsoft Office PowerPoint</Application>
  <PresentationFormat>Geniş ekran</PresentationFormat>
  <Paragraphs>20</Paragraphs>
  <Slides>12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Teması</vt:lpstr>
      <vt:lpstr>BAŞAKŞEHİR  DEVLET HASTANESİ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serpil</dc:creator>
  <cp:lastModifiedBy>serpil</cp:lastModifiedBy>
  <cp:revision>21</cp:revision>
  <dcterms:created xsi:type="dcterms:W3CDTF">2026-02-22T12:03:06Z</dcterms:created>
  <dcterms:modified xsi:type="dcterms:W3CDTF">2026-02-28T21:50:20Z</dcterms:modified>
</cp:coreProperties>
</file>