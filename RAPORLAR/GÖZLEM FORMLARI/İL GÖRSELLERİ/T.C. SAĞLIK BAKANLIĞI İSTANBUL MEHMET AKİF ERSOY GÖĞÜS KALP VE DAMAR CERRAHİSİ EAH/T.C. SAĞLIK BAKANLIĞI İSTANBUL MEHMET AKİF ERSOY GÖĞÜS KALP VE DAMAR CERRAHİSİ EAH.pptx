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1431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68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229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1653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3118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499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622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278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850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397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0136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801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06747" y="750498"/>
            <a:ext cx="9144000" cy="3959525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İSTANBUL</a:t>
            </a:r>
            <a:br>
              <a:rPr lang="tr-TR" dirty="0" smtClean="0"/>
            </a:br>
            <a:r>
              <a:rPr lang="tr-TR" dirty="0" smtClean="0"/>
              <a:t> </a:t>
            </a:r>
            <a:r>
              <a:rPr lang="tr-TR" dirty="0"/>
              <a:t>MEHMET AKİF ERSOY 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GÖĞÜS </a:t>
            </a:r>
            <a:r>
              <a:rPr lang="tr-TR" dirty="0"/>
              <a:t>KALP VE DAMAR CERRAHİSİ 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EAH</a:t>
            </a:r>
            <a:endParaRPr lang="tr-TR" dirty="0"/>
          </a:p>
        </p:txBody>
      </p:sp>
      <p:sp>
        <p:nvSpPr>
          <p:cNvPr id="4" name="Alt Başlık 3"/>
          <p:cNvSpPr>
            <a:spLocks noGrp="1"/>
          </p:cNvSpPr>
          <p:nvPr>
            <p:ph type="subTitle" idx="1"/>
          </p:nvPr>
        </p:nvSpPr>
        <p:spPr>
          <a:xfrm>
            <a:off x="8485517" y="5767269"/>
            <a:ext cx="3117011" cy="435124"/>
          </a:xfrm>
        </p:spPr>
        <p:txBody>
          <a:bodyPr/>
          <a:lstStyle/>
          <a:p>
            <a:r>
              <a:rPr lang="tr-TR" dirty="0" smtClean="0"/>
              <a:t>23.02.2026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9634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56" y="362308"/>
            <a:ext cx="3791310" cy="5055079"/>
          </a:xfrm>
          <a:prstGeom prst="rect">
            <a:avLst/>
          </a:prstGeom>
        </p:spPr>
      </p:pic>
      <p:sp>
        <p:nvSpPr>
          <p:cNvPr id="3" name="Alt Başlık 3"/>
          <p:cNvSpPr txBox="1">
            <a:spLocks/>
          </p:cNvSpPr>
          <p:nvPr/>
        </p:nvSpPr>
        <p:spPr>
          <a:xfrm>
            <a:off x="815555" y="5719313"/>
            <a:ext cx="4308535" cy="9785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ACİL SERVİS ATIKLAR ÜSTÜ AÇIK TAŞINIYOR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562" y="362307"/>
            <a:ext cx="2822007" cy="5016901"/>
          </a:xfrm>
          <a:prstGeom prst="rect">
            <a:avLst/>
          </a:prstGeom>
        </p:spPr>
      </p:pic>
      <p:sp>
        <p:nvSpPr>
          <p:cNvPr id="5" name="Alt Başlık 3"/>
          <p:cNvSpPr txBox="1">
            <a:spLocks/>
          </p:cNvSpPr>
          <p:nvPr/>
        </p:nvSpPr>
        <p:spPr>
          <a:xfrm>
            <a:off x="6462981" y="5656053"/>
            <a:ext cx="4308535" cy="9785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ORTAK ALAN ATIKLAR ÜSTÜ AÇIK TAŞINIYOR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5294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 Başlık 2"/>
          <p:cNvSpPr txBox="1">
            <a:spLocks/>
          </p:cNvSpPr>
          <p:nvPr/>
        </p:nvSpPr>
        <p:spPr>
          <a:xfrm>
            <a:off x="609600" y="653886"/>
            <a:ext cx="11261834" cy="60149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tr-TR" sz="2400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294" y="414068"/>
            <a:ext cx="2896858" cy="514997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347" y="414068"/>
            <a:ext cx="2794958" cy="4968815"/>
          </a:xfrm>
          <a:prstGeom prst="rect">
            <a:avLst/>
          </a:prstGeom>
        </p:spPr>
      </p:pic>
      <p:sp>
        <p:nvSpPr>
          <p:cNvPr id="5" name="Alt Başlık 3"/>
          <p:cNvSpPr txBox="1">
            <a:spLocks/>
          </p:cNvSpPr>
          <p:nvPr/>
        </p:nvSpPr>
        <p:spPr>
          <a:xfrm>
            <a:off x="815555" y="5719313"/>
            <a:ext cx="4308535" cy="9785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ORTAK ALAN WC KLOZET KAPAĞI KIRIK VE KİRLİ</a:t>
            </a:r>
            <a:endParaRPr lang="tr-TR" dirty="0"/>
          </a:p>
        </p:txBody>
      </p:sp>
      <p:sp>
        <p:nvSpPr>
          <p:cNvPr id="6" name="Alt Başlık 3"/>
          <p:cNvSpPr txBox="1">
            <a:spLocks/>
          </p:cNvSpPr>
          <p:nvPr/>
        </p:nvSpPr>
        <p:spPr>
          <a:xfrm>
            <a:off x="6782159" y="5564038"/>
            <a:ext cx="4308535" cy="9785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ORTAK ALAN WC SABUNLUK KIRIK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93679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48" y="112142"/>
            <a:ext cx="3009991" cy="5351095"/>
          </a:xfrm>
          <a:prstGeom prst="rect">
            <a:avLst/>
          </a:prstGeom>
        </p:spPr>
      </p:pic>
      <p:sp>
        <p:nvSpPr>
          <p:cNvPr id="3" name="Alt Başlık 3"/>
          <p:cNvSpPr txBox="1">
            <a:spLocks/>
          </p:cNvSpPr>
          <p:nvPr/>
        </p:nvSpPr>
        <p:spPr>
          <a:xfrm>
            <a:off x="151320" y="5463237"/>
            <a:ext cx="3954853" cy="13947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POLİKLİNİK </a:t>
            </a:r>
          </a:p>
          <a:p>
            <a:pPr marL="0" indent="0" algn="ctr">
              <a:buNone/>
            </a:pPr>
            <a:r>
              <a:rPr lang="tr-TR" dirty="0" smtClean="0"/>
              <a:t>GÖRME ENGELLİ YÖNLENDİRME AŞINMIŞ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920" y="112142"/>
            <a:ext cx="3010709" cy="5352371"/>
          </a:xfrm>
          <a:prstGeom prst="rect">
            <a:avLst/>
          </a:prstGeom>
        </p:spPr>
      </p:pic>
      <p:sp>
        <p:nvSpPr>
          <p:cNvPr id="5" name="Alt Başlık 3"/>
          <p:cNvSpPr txBox="1">
            <a:spLocks/>
          </p:cNvSpPr>
          <p:nvPr/>
        </p:nvSpPr>
        <p:spPr>
          <a:xfrm>
            <a:off x="4078067" y="5465953"/>
            <a:ext cx="4136413" cy="12481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POLİKLİNİK KAN ALMA MAHREMİYET SAĞLANMIYOR</a:t>
            </a: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464" y="388187"/>
            <a:ext cx="2819220" cy="5011947"/>
          </a:xfrm>
          <a:prstGeom prst="rect">
            <a:avLst/>
          </a:prstGeom>
        </p:spPr>
      </p:pic>
      <p:sp>
        <p:nvSpPr>
          <p:cNvPr id="8" name="Alt Başlık 3"/>
          <p:cNvSpPr txBox="1">
            <a:spLocks/>
          </p:cNvSpPr>
          <p:nvPr/>
        </p:nvSpPr>
        <p:spPr>
          <a:xfrm>
            <a:off x="8004814" y="5465953"/>
            <a:ext cx="4136413" cy="12481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POLİKLİNİK BANKO CAMEKAN İLE YÜKSELTİLMİŞ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04885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78" y="293297"/>
            <a:ext cx="2955086" cy="5253487"/>
          </a:xfrm>
          <a:prstGeom prst="rect">
            <a:avLst/>
          </a:prstGeom>
        </p:spPr>
      </p:pic>
      <p:sp>
        <p:nvSpPr>
          <p:cNvPr id="3" name="Alt Başlık 3"/>
          <p:cNvSpPr txBox="1">
            <a:spLocks/>
          </p:cNvSpPr>
          <p:nvPr/>
        </p:nvSpPr>
        <p:spPr>
          <a:xfrm>
            <a:off x="168214" y="5764161"/>
            <a:ext cx="3954853" cy="9036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POLİKLİNİK NUMUNE VERME WC KİRLİ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48" y="293298"/>
            <a:ext cx="2955085" cy="5253486"/>
          </a:xfrm>
          <a:prstGeom prst="rect">
            <a:avLst/>
          </a:prstGeom>
        </p:spPr>
      </p:pic>
      <p:sp>
        <p:nvSpPr>
          <p:cNvPr id="5" name="Alt Başlık 3"/>
          <p:cNvSpPr txBox="1">
            <a:spLocks/>
          </p:cNvSpPr>
          <p:nvPr/>
        </p:nvSpPr>
        <p:spPr>
          <a:xfrm>
            <a:off x="4916874" y="5806934"/>
            <a:ext cx="2756142" cy="8181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POLİKLİNİK WC KİRLİ</a:t>
            </a: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67" y="293298"/>
            <a:ext cx="2990221" cy="5315948"/>
          </a:xfrm>
          <a:prstGeom prst="rect">
            <a:avLst/>
          </a:prstGeom>
        </p:spPr>
      </p:pic>
      <p:sp>
        <p:nvSpPr>
          <p:cNvPr id="7" name="Alt Başlık 3"/>
          <p:cNvSpPr txBox="1">
            <a:spLocks/>
          </p:cNvSpPr>
          <p:nvPr/>
        </p:nvSpPr>
        <p:spPr>
          <a:xfrm>
            <a:off x="8825767" y="5806934"/>
            <a:ext cx="2919322" cy="911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POLİKLİNİK WC YERDE ÇÖPLER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8165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435" y="209189"/>
            <a:ext cx="9979806" cy="5613641"/>
          </a:xfrm>
          <a:prstGeom prst="rect">
            <a:avLst/>
          </a:prstGeom>
        </p:spPr>
      </p:pic>
      <p:sp>
        <p:nvSpPr>
          <p:cNvPr id="3" name="Alt Başlık 3"/>
          <p:cNvSpPr txBox="1">
            <a:spLocks/>
          </p:cNvSpPr>
          <p:nvPr/>
        </p:nvSpPr>
        <p:spPr>
          <a:xfrm>
            <a:off x="2851507" y="6074712"/>
            <a:ext cx="6452559" cy="4813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POLİKLİNİK YERLERDE ÇÖPLER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79048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57</Words>
  <Application>Microsoft Office PowerPoint</Application>
  <PresentationFormat>Geniş ekran</PresentationFormat>
  <Paragraphs>14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Teması</vt:lpstr>
      <vt:lpstr>İSTANBUL  MEHMET AKİF ERSOY  GÖĞÜS KALP VE DAMAR CERRAHİSİ  EAH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serpil</dc:creator>
  <cp:lastModifiedBy>serpil</cp:lastModifiedBy>
  <cp:revision>10</cp:revision>
  <dcterms:created xsi:type="dcterms:W3CDTF">2026-02-22T12:03:06Z</dcterms:created>
  <dcterms:modified xsi:type="dcterms:W3CDTF">2026-03-01T16:01:58Z</dcterms:modified>
</cp:coreProperties>
</file>